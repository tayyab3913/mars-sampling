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46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4BBB-238B-C51B-F2C3-69A1B04E8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66A49-FF2F-297E-E514-398BC29F7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D6969-FF58-BD1F-F7A6-817AD581C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50EBE-0AD3-4416-E345-69818321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9DFD3-9466-730E-81E2-8712A504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29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ED7B-6D6F-F07C-1DB7-A1FBDFAA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5CE1-69F0-C8D7-1A10-51D4692FC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3AA48-233B-A7A3-80AA-F476ADB2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37F04-4858-B256-1B7A-F97FA6DF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EB500-525D-79BD-FE3E-9AD6DCA1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32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968E-CE86-4A3F-20BD-4E330435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E9D49-8C47-19CF-161D-A11649DE5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164F4-A432-7455-BC55-AFA2FEAF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54A71-506F-D795-516B-D7763034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A6B7F-92DF-C044-FCB6-AA563A02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759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6396-8FB7-6626-12F9-2E02730F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A5FAB-76CA-74F1-A436-267B5F944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C0C48-CB7E-39F1-BC03-7A6538AD3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DF69E-0E25-92B6-5B43-63BB357C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E00B5-8ED1-92DF-DC6D-3EC0DF5E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DA3AE-C0BF-CEA2-DDD4-E2DB21C1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28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9E81-B17D-F21C-C0AD-B332D5F1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846E7-7C2A-745A-EEF1-3781BAE5E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8B3F7-13FA-B6AC-FDF1-5B859582A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189F6-2D09-AC88-1643-B1B705B25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F7340F-2A25-40BC-66DB-0ECC54CA3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7178E-9184-7D99-D753-1A98A592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CBA2A-B59D-4472-DB8E-80A7429C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6FF9C-9F13-302E-3BC9-62015DAE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039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96E5-32D2-0D81-B3CA-2E2C8E1B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C8F14-843E-C7EA-D4F4-32CA3E84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B8547-CAEB-737C-6D9D-34AB2334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9B051-BF18-177D-1803-5A008C5C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02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1C928-D5F3-4715-B8DB-BDC827E5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E2AED-9D25-CFDB-739E-9C9EA21F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090EC-DC29-21DE-2A3F-7501036B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22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AF2D-7C2F-F4B2-904D-F585D31DD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F754-4092-58D8-8D43-4F1F93BA0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19E2D-E00C-6077-6F5D-2B11784E3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28845-C839-A9E9-9E70-2A0984F5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A633C-2D0A-F20F-705F-E6C70F77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DD964-0640-F3DD-A0B5-55DFE6E8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2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3575-7D2D-A5D1-2CB8-815370A2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723E3-C4A3-B58B-F5C9-DBBB0CA37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D049D-29B8-7AB6-E33A-040261D6B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DA907-6715-D186-9BE3-39C48750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AD651-91C7-6DD5-AC49-BCE6791B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133A4-0331-E559-895F-2CACE93B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18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51AB-C91C-537A-3B4B-EB50136C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519F7-8901-43E8-7DCB-94586E415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4852E-0B8A-0CA7-6505-004BD819E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45C5F-3BE4-86B1-6C8C-9A43CB14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A8B0A-C19F-09D9-ED38-CEE8E24F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57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7BF06-2CCD-0BC5-730F-F4D23893C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889D5-26CA-8AE6-CF7F-1055448A9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5EDEE-17B0-ED2B-819D-D056792C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A942-7D81-0363-3F3B-FCA670BB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0BCE4-5978-C076-7952-D5A877F1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47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DFA38-E070-9E93-3455-1BB95036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2193F-B136-527A-95FD-D05D6FD0C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A5A0D-21D6-9AD2-8F60-89458B308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8B05D-BA7C-479B-96B3-5AC81BF4939A}" type="datetimeFigureOut">
              <a:rPr lang="en-AU" smtClean="0"/>
              <a:t>27/10/2025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F2383-DC67-EBEA-B5D1-4AA139C46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12895-6044-BC20-0F85-0FCBFE077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9FC4C-0FA8-44B3-ACDC-167BB555A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4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6A9C-BB11-4511-382B-7F45069E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 descr="A cartoon of a toy object">
            <a:extLst>
              <a:ext uri="{FF2B5EF4-FFF2-40B4-BE49-F238E27FC236}">
                <a16:creationId xmlns:a16="http://schemas.microsoft.com/office/drawing/2014/main" id="{866311AE-22F2-01AD-8833-177210065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-42606"/>
            <a:ext cx="10350910" cy="6900606"/>
          </a:xfrm>
        </p:spPr>
      </p:pic>
    </p:spTree>
    <p:extLst>
      <p:ext uri="{BB962C8B-B14F-4D97-AF65-F5344CB8AC3E}">
        <p14:creationId xmlns:p14="http://schemas.microsoft.com/office/powerpoint/2010/main" val="379775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6F63-7233-9952-37FE-A45BEE76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 descr="A cartoon of a robot pointing a ray object to a skeleton">
            <a:extLst>
              <a:ext uri="{FF2B5EF4-FFF2-40B4-BE49-F238E27FC236}">
                <a16:creationId xmlns:a16="http://schemas.microsoft.com/office/drawing/2014/main" id="{D65C62DE-4F43-D4E7-9238-720EB41DF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57" y="-27424"/>
            <a:ext cx="10328136" cy="6885424"/>
          </a:xfrm>
        </p:spPr>
      </p:pic>
    </p:spTree>
    <p:extLst>
      <p:ext uri="{BB962C8B-B14F-4D97-AF65-F5344CB8AC3E}">
        <p14:creationId xmlns:p14="http://schemas.microsoft.com/office/powerpoint/2010/main" val="124128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DF7C-E70A-FAE4-81DA-617ABBF16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Content Placeholder 8" descr="A group of aliens and a skeleton&#10;&#10;AI-generated content may be incorrect.">
            <a:extLst>
              <a:ext uri="{FF2B5EF4-FFF2-40B4-BE49-F238E27FC236}">
                <a16:creationId xmlns:a16="http://schemas.microsoft.com/office/drawing/2014/main" id="{2B77E4DF-4EBC-EA4E-2758-028603058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952" y="-747251"/>
            <a:ext cx="7993190" cy="7993190"/>
          </a:xfrm>
        </p:spPr>
      </p:pic>
    </p:spTree>
    <p:extLst>
      <p:ext uri="{BB962C8B-B14F-4D97-AF65-F5344CB8AC3E}">
        <p14:creationId xmlns:p14="http://schemas.microsoft.com/office/powerpoint/2010/main" val="60520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C8FA-AE88-4301-97CA-71043465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XRF Pros and Cons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B51B-E458-5A82-4A6F-8063E89D9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1690688"/>
            <a:ext cx="4117258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u="sng" dirty="0"/>
              <a:t>Pros</a:t>
            </a:r>
          </a:p>
          <a:p>
            <a:r>
              <a:rPr lang="en-US" dirty="0"/>
              <a:t>No acids or test tubes</a:t>
            </a:r>
          </a:p>
          <a:p>
            <a:r>
              <a:rPr lang="en-US" dirty="0"/>
              <a:t>Raw samples can be “zapped”</a:t>
            </a:r>
          </a:p>
          <a:p>
            <a:r>
              <a:rPr lang="en-US" dirty="0"/>
              <a:t>Portable field instruments (</a:t>
            </a:r>
            <a:r>
              <a:rPr lang="en-US" dirty="0" err="1"/>
              <a:t>pXRF</a:t>
            </a:r>
            <a:r>
              <a:rPr lang="en-US" dirty="0"/>
              <a:t>)</a:t>
            </a:r>
          </a:p>
          <a:p>
            <a:r>
              <a:rPr lang="en-US" dirty="0"/>
              <a:t>Assays for atoms around 40 instantly and simultaneously </a:t>
            </a:r>
          </a:p>
          <a:p>
            <a:r>
              <a:rPr lang="en-US" dirty="0"/>
              <a:t>Relatively cheap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8ECF3-2E17-A8E7-A55B-2891F55AD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76361" y="1954738"/>
            <a:ext cx="1445804" cy="1350326"/>
          </a:xfrm>
          <a:prstGeom prst="rect">
            <a:avLst/>
          </a:prstGeom>
        </p:spPr>
      </p:pic>
      <p:pic>
        <p:nvPicPr>
          <p:cNvPr id="6" name="Picture 5" descr="A cartoon of a person wearing a helmet&#10;&#10;AI-generated content may be incorrect.">
            <a:extLst>
              <a:ext uri="{FF2B5EF4-FFF2-40B4-BE49-F238E27FC236}">
                <a16:creationId xmlns:a16="http://schemas.microsoft.com/office/drawing/2014/main" id="{B9243299-8E3F-3FCC-033B-E4666AB7C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31"/>
          <a:stretch>
            <a:fillRect/>
          </a:stretch>
        </p:blipFill>
        <p:spPr>
          <a:xfrm>
            <a:off x="4267200" y="4097208"/>
            <a:ext cx="3974691" cy="21402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37EF4E-FC95-06C1-6750-5D56511F1313}"/>
              </a:ext>
            </a:extLst>
          </p:cNvPr>
          <p:cNvSpPr/>
          <p:nvPr/>
        </p:nvSpPr>
        <p:spPr>
          <a:xfrm>
            <a:off x="6774426" y="6042026"/>
            <a:ext cx="599768" cy="1953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EC436A-B205-32EF-6F44-8988F5746655}"/>
              </a:ext>
            </a:extLst>
          </p:cNvPr>
          <p:cNvSpPr txBox="1">
            <a:spLocks/>
          </p:cNvSpPr>
          <p:nvPr/>
        </p:nvSpPr>
        <p:spPr>
          <a:xfrm>
            <a:off x="8241891" y="1690688"/>
            <a:ext cx="41172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u="sng" dirty="0"/>
              <a:t>Cons</a:t>
            </a:r>
          </a:p>
          <a:p>
            <a:r>
              <a:rPr lang="en-US" dirty="0"/>
              <a:t>It only assays the surface ~1mm (e.g. rust can affect the reading)</a:t>
            </a:r>
          </a:p>
          <a:p>
            <a:r>
              <a:rPr lang="en-US" dirty="0"/>
              <a:t>All of the atoms interfere with each other and make the readings drift.</a:t>
            </a:r>
          </a:p>
          <a:p>
            <a:r>
              <a:rPr lang="en-US" dirty="0"/>
              <a:t>Minor radiation management required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180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7989-2DC5-12C7-7EE0-104DE285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-2722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XRF Scientific Application Selection</a:t>
            </a:r>
            <a:endParaRPr lang="en-AU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4C93985-29FF-30CD-8FFC-DED104772D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762301"/>
              </p:ext>
            </p:extLst>
          </p:nvPr>
        </p:nvGraphicFramePr>
        <p:xfrm>
          <a:off x="1879600" y="914400"/>
          <a:ext cx="812800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Worksheet" r:id="rId3" imgW="13239887" imgH="1761996" progId="Excel.Sheet.12">
                  <p:embed/>
                </p:oleObj>
              </mc:Choice>
              <mc:Fallback>
                <p:oleObj name="Worksheet" r:id="rId3" imgW="13239887" imgH="176199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9600" y="914400"/>
                        <a:ext cx="8128000" cy="108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9AF217A-FBB5-98E7-9193-E18E31AF4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" y="2438952"/>
            <a:ext cx="5506720" cy="30975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6B99DE-7876-E8F6-F35A-E9F435ADF1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101" t="8983" r="16223" b="6620"/>
          <a:stretch>
            <a:fillRect/>
          </a:stretch>
        </p:blipFill>
        <p:spPr>
          <a:xfrm>
            <a:off x="8625840" y="2438952"/>
            <a:ext cx="3098800" cy="31517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A347F8-0369-DED4-A13E-5CAA6025C205}"/>
              </a:ext>
            </a:extLst>
          </p:cNvPr>
          <p:cNvSpPr txBox="1"/>
          <p:nvPr/>
        </p:nvSpPr>
        <p:spPr>
          <a:xfrm>
            <a:off x="9072880" y="5994400"/>
            <a:ext cx="286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Orbis automated Crushers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5E651-F9E7-392D-15B3-E357114DB2A5}"/>
              </a:ext>
            </a:extLst>
          </p:cNvPr>
          <p:cNvSpPr txBox="1"/>
          <p:nvPr/>
        </p:nvSpPr>
        <p:spPr>
          <a:xfrm>
            <a:off x="723900" y="5791200"/>
            <a:ext cx="3583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XRF Scientific developed automated Glass Bead ovens and </a:t>
            </a:r>
            <a:r>
              <a:rPr lang="en-US" dirty="0" err="1"/>
              <a:t>analysers</a:t>
            </a:r>
            <a:endParaRPr lang="en-AU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41D3D06-ADBC-AB5A-4FDB-DDB8821A6025}"/>
              </a:ext>
            </a:extLst>
          </p:cNvPr>
          <p:cNvSpPr/>
          <p:nvPr/>
        </p:nvSpPr>
        <p:spPr>
          <a:xfrm rot="10800000">
            <a:off x="6461760" y="3850640"/>
            <a:ext cx="1513840" cy="50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8A1661-CA8D-EAB5-5ED3-46178F2F0928}"/>
              </a:ext>
            </a:extLst>
          </p:cNvPr>
          <p:cNvSpPr/>
          <p:nvPr/>
        </p:nvSpPr>
        <p:spPr>
          <a:xfrm>
            <a:off x="1419225" y="1673232"/>
            <a:ext cx="9106535" cy="4265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0F532087-3759-9CCD-55B3-4D666B5930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9880" y="1673232"/>
            <a:ext cx="416560" cy="41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1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86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Microsoft Excel Worksheet</vt:lpstr>
      <vt:lpstr>PowerPoint Presentation</vt:lpstr>
      <vt:lpstr>PowerPoint Presentation</vt:lpstr>
      <vt:lpstr>PowerPoint Presentation</vt:lpstr>
      <vt:lpstr>XRF Pros and Cons</vt:lpstr>
      <vt:lpstr>XRF Scientific Application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 Phillips</dc:creator>
  <cp:lastModifiedBy>Geoff Phillips</cp:lastModifiedBy>
  <cp:revision>3</cp:revision>
  <dcterms:created xsi:type="dcterms:W3CDTF">2025-10-26T22:06:49Z</dcterms:created>
  <dcterms:modified xsi:type="dcterms:W3CDTF">2025-10-27T00:17:24Z</dcterms:modified>
</cp:coreProperties>
</file>